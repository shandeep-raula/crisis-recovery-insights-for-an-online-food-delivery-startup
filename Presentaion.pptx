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1055-AE89-B464-BEE8-12B5A8B20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576AF-DE5C-F536-E356-E44E3C116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15DCB-FE88-3C2E-23CC-00DADBEB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9853-8B30-4C9D-8748-9ECF4E7C0E1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DD895-1923-4A0D-6060-931F89AE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19F87-E51C-5456-7BA2-9A0CF3F97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4BF7-F91D-4B95-AA85-4E8CDCDB5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68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D368-1BBB-B359-9865-43FD259C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89759-C1BD-1072-A03C-2924D8D6C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4D7BA-8540-EC5A-1FBB-B2F9122A8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9853-8B30-4C9D-8748-9ECF4E7C0E1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CF086-F82B-E73A-4487-A69F0D51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1027A-1830-9639-7F9D-3C3F5C33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4BF7-F91D-4B95-AA85-4E8CDCDB5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36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1F5B1-56F6-3EE5-DC90-54014CB74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5C0E4-FF28-5144-1F19-577610625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FE3F2-C976-B993-8648-0E2CDECAA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9853-8B30-4C9D-8748-9ECF4E7C0E1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EBBC7-2754-2A0B-3D5B-DCC52E07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27921-0DFB-5E24-20C6-333E31264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4BF7-F91D-4B95-AA85-4E8CDCDB5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72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27B7-F35F-0BBF-747F-B456B0BC7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5E72E-DE77-D09C-1E0F-7E37FDBC9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2DD0E-FA5D-868F-22E3-372FFFEEC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9D3BA-B095-1E88-7673-69FC9C35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9853-8B30-4C9D-8748-9ECF4E7C0E1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2FB3D-6C5F-568E-993D-F1E10B913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4F922-1FE0-105D-2E00-2DAF395C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4BF7-F91D-4B95-AA85-4E8CDCDB5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894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3D2C3-7481-BF31-5655-C2B37BEB5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94B93-FBF5-4ECD-CFA8-6756574DF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6EF97-8215-B251-7237-D62C9C8AE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E0114-3F8A-2A9D-B1E9-0F53B85DC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A9C438-CC0A-94CA-7E31-316FFFF13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DB420-94F0-1E4D-C599-802FB9BB8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9853-8B30-4C9D-8748-9ECF4E7C0E1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DA3DE-3C88-2252-F05B-E8E28613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23B0FA-E3F6-4A92-72B7-76669058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4BF7-F91D-4B95-AA85-4E8CDCDB5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106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92A06-D67A-DC9F-282E-F1BEF2EA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21675-6619-90B2-C59F-8990A7E93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9853-8B30-4C9D-8748-9ECF4E7C0E1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9F579-D31B-1AFD-F40F-46F5FDCEE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2842D-A036-F175-44E6-33E6927C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4BF7-F91D-4B95-AA85-4E8CDCDB5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26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43D91B-B4C7-E076-E45C-52278475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9853-8B30-4C9D-8748-9ECF4E7C0E1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F6B43B-B8A7-74A9-2573-CC1CC7AB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CA88E-4564-A240-A7D0-ED797903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4BF7-F91D-4B95-AA85-4E8CDCDB5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68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F58DA-64F0-1A04-E7C1-60D380D02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69CAD-6D1B-B3E8-6D14-C1331EF78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535E3-30B1-171C-26D0-F869C0685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EC1F0-8A6F-9AA9-3202-6203C184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9853-8B30-4C9D-8748-9ECF4E7C0E1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944BC-1BCB-E1B5-891B-58F67141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A3D6B-95C3-8100-A2D5-3AB65DA28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4BF7-F91D-4B95-AA85-4E8CDCDB5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888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C637-49DE-ED33-6CA9-736AF2B1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75AC7B-4121-795A-E74B-3B84EC5BD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161DE-198E-4D14-12FE-710884E00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D1D4D-342A-0F02-5898-349745A22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9853-8B30-4C9D-8748-9ECF4E7C0E1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FBB06-4604-B641-841A-BCDAAB3C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301B2-99D1-3F35-C3FB-FAD36B21A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4BF7-F91D-4B95-AA85-4E8CDCDB5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56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44535-FA06-353D-7626-12D38BC7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706AB-7ABB-4A30-22A7-C922177F7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E9AE6-5FBC-5DB6-A7DD-A6A6BFFC7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9853-8B30-4C9D-8748-9ECF4E7C0E1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919D1-7887-C2CD-042E-6DBC9DBE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5EEC4-7720-D52E-2CF4-B855253C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4BF7-F91D-4B95-AA85-4E8CDCDB5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15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173B0-2A3C-66AD-5CD0-47E1EFC0FD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F89EA-557A-3437-E96E-68D4A007C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5636C-EF28-D590-EE43-62A91F714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F9853-8B30-4C9D-8748-9ECF4E7C0E1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E85C2-E57F-78B2-FA5D-80C867A07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64718-CA20-BBE2-CFDA-B88D1F5F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24BF7-F91D-4B95-AA85-4E8CDCDB5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80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4D048-18FD-00AC-814D-A6DB5607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B8777-3888-372A-5145-345CB76FA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4EABD-4DBA-ACED-6063-5F69874F7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F9853-8B30-4C9D-8748-9ECF4E7C0E1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4C2C6-B6D6-5862-0FF5-1CE56DC9E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F5FDA-E992-CFB6-B602-082602F62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924BF7-F91D-4B95-AA85-4E8CDCDB5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667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riding a scooter&#10;&#10;AI-generated content may be incorrect.">
            <a:extLst>
              <a:ext uri="{FF2B5EF4-FFF2-40B4-BE49-F238E27FC236}">
                <a16:creationId xmlns:a16="http://schemas.microsoft.com/office/drawing/2014/main" id="{ABAD94F2-70CA-8B77-4C4D-B05AAA655A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838" y="0"/>
            <a:ext cx="1252683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8CC68C-2E3E-BC59-99B0-E51E2F1856AE}"/>
              </a:ext>
            </a:extLst>
          </p:cNvPr>
          <p:cNvSpPr/>
          <p:nvPr/>
        </p:nvSpPr>
        <p:spPr>
          <a:xfrm>
            <a:off x="7004490" y="3901398"/>
            <a:ext cx="518751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tx1"/>
                </a:solidFill>
              </a:rPr>
              <a:t>Crisis Recovery Insights for an </a:t>
            </a:r>
          </a:p>
          <a:p>
            <a:pPr algn="ctr"/>
            <a:r>
              <a:rPr lang="en-US" sz="2800" b="1" cap="none" spc="0" dirty="0">
                <a:ln w="0"/>
                <a:solidFill>
                  <a:schemeClr val="tx1"/>
                </a:solidFill>
              </a:rPr>
              <a:t>Online Food Delivery Startup</a:t>
            </a:r>
          </a:p>
        </p:txBody>
      </p:sp>
    </p:spTree>
    <p:extLst>
      <p:ext uri="{BB962C8B-B14F-4D97-AF65-F5344CB8AC3E}">
        <p14:creationId xmlns:p14="http://schemas.microsoft.com/office/powerpoint/2010/main" val="2788980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7CAC-AD07-614E-2EA5-492420D53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68" y="422120"/>
            <a:ext cx="2153266" cy="481781"/>
          </a:xfrm>
        </p:spPr>
        <p:txBody>
          <a:bodyPr>
            <a:normAutofit/>
          </a:bodyPr>
          <a:lstStyle/>
          <a:p>
            <a:r>
              <a:rPr lang="en-IN" sz="2000" b="1" dirty="0"/>
              <a:t> About</a:t>
            </a:r>
            <a:r>
              <a:rPr lang="en-IN" sz="2000" dirty="0"/>
              <a:t> </a:t>
            </a:r>
            <a:r>
              <a:rPr lang="en-IN" sz="2000" b="1" dirty="0" err="1"/>
              <a:t>QuickBite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45122-6F02-FEFA-198C-08354B50E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68" y="962896"/>
            <a:ext cx="8470566" cy="757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QuickBite</a:t>
            </a:r>
            <a:r>
              <a:rPr lang="en-US" sz="1800" dirty="0"/>
              <a:t> Express is a </a:t>
            </a:r>
            <a:r>
              <a:rPr lang="en-US" sz="1800" b="1" dirty="0"/>
              <a:t>Bengaluru-based food-tech startup</a:t>
            </a:r>
            <a:r>
              <a:rPr lang="en-US" sz="1800" dirty="0"/>
              <a:t>, founded in </a:t>
            </a:r>
            <a:r>
              <a:rPr lang="en-US" sz="1800" b="1" dirty="0"/>
              <a:t>2020</a:t>
            </a:r>
            <a:r>
              <a:rPr lang="en-US" sz="1800" dirty="0"/>
              <a:t>, connecting customers with </a:t>
            </a:r>
            <a:r>
              <a:rPr lang="en-US" sz="1800" b="1" dirty="0"/>
              <a:t>nearby restaurants and cloud kitchens</a:t>
            </a:r>
            <a:r>
              <a:rPr lang="en-US" sz="1800" dirty="0"/>
              <a:t>.</a:t>
            </a:r>
            <a:endParaRPr lang="en-IN" sz="1800" dirty="0">
              <a:latin typeface="+mj-lt"/>
            </a:endParaRPr>
          </a:p>
        </p:txBody>
      </p:sp>
      <p:pic>
        <p:nvPicPr>
          <p:cNvPr id="5" name="Picture 4" descr="A logo with a fork and a leaf&#10;&#10;AI-generated content may be incorrect.">
            <a:extLst>
              <a:ext uri="{FF2B5EF4-FFF2-40B4-BE49-F238E27FC236}">
                <a16:creationId xmlns:a16="http://schemas.microsoft.com/office/drawing/2014/main" id="{FDF6D34E-2555-B451-31E5-D45CE0BFB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9334" y="383458"/>
            <a:ext cx="1257232" cy="1219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D407F3-5959-E782-6390-F9C034D4D949}"/>
              </a:ext>
            </a:extLst>
          </p:cNvPr>
          <p:cNvSpPr txBox="1"/>
          <p:nvPr/>
        </p:nvSpPr>
        <p:spPr>
          <a:xfrm>
            <a:off x="550606" y="322894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platform grew rapidly due to</a:t>
            </a:r>
            <a:endParaRPr lang="en-IN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3215BB-A8EC-16EE-EBED-860D052F4444}"/>
              </a:ext>
            </a:extLst>
          </p:cNvPr>
          <p:cNvSpPr/>
          <p:nvPr/>
        </p:nvSpPr>
        <p:spPr>
          <a:xfrm>
            <a:off x="218768" y="383459"/>
            <a:ext cx="9849464" cy="133718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856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 About QuickBite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shandeep raula</dc:creator>
  <cp:lastModifiedBy>shandeep raula</cp:lastModifiedBy>
  <cp:revision>7</cp:revision>
  <dcterms:created xsi:type="dcterms:W3CDTF">2025-11-19T14:41:13Z</dcterms:created>
  <dcterms:modified xsi:type="dcterms:W3CDTF">2025-11-19T16:32:06Z</dcterms:modified>
</cp:coreProperties>
</file>