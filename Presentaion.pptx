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A01"/>
    <a:srgbClr val="FEFCFD"/>
    <a:srgbClr val="608D27"/>
    <a:srgbClr val="FEFB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A1055-AE89-B464-BEE8-12B5A8B20B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D576AF-DE5C-F536-E356-E44E3C1162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15DCB-FE88-3C2E-23CC-00DADBEB2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DD895-1923-4A0D-6060-931F89AE8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19F87-E51C-5456-7BA2-9A0CF3F97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3686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5D368-1BBB-B359-9865-43FD259C2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89759-C1BD-1072-A03C-2924D8D6C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4D7BA-8540-EC5A-1FBB-B2F9122A8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CF086-F82B-E73A-4487-A69F0D517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1027A-1830-9639-7F9D-3C3F5C33F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9365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1F5B1-56F6-3EE5-DC90-54014CB74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C5C0E4-FF28-5144-1F19-577610625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FE3F2-C976-B993-8648-0E2CDECAA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EBBC7-2754-2A0B-3D5B-DCC52E07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27921-0DFB-5E24-20C6-333E31264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072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527B7-F35F-0BBF-747F-B456B0BC7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5E72E-DE77-D09C-1E0F-7E37FDBC9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82DD0E-FA5D-868F-22E3-372FFFEEC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9D3BA-B095-1E88-7673-69FC9C35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2FB3D-6C5F-568E-993D-F1E10B913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4F922-1FE0-105D-2E00-2DAF395C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5894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3D2C3-7481-BF31-5655-C2B37BEB5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594B93-FBF5-4ECD-CFA8-6756574DF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86EF97-8215-B251-7237-D62C9C8AE4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BE0114-3F8A-2A9D-B1E9-0F53B85DC7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A9C438-CC0A-94CA-7E31-316FFFF136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BDB420-94F0-1E4D-C599-802FB9BB8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EDA3DE-3C88-2252-F05B-E8E28613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23B0FA-E3F6-4A92-72B7-766690589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6106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92A06-D67A-DC9F-282E-F1BEF2EA6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421675-6619-90B2-C59F-8990A7E93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9F579-D31B-1AFD-F40F-46F5FDCEE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62842D-A036-F175-44E6-33E6927C2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26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43D91B-B4C7-E076-E45C-522784756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F6B43B-B8A7-74A9-2573-CC1CC7AB8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CA88E-4564-A240-A7D0-ED7979030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368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F58DA-64F0-1A04-E7C1-60D380D02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69CAD-6D1B-B3E8-6D14-C1331EF78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535E3-30B1-171C-26D0-F869C0685D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4EC1F0-8A6F-9AA9-3202-6203C1847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944BC-1BCB-E1B5-891B-58F67141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A3D6B-95C3-8100-A2D5-3AB65DA28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888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2C637-49DE-ED33-6CA9-736AF2B1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75AC7B-4121-795A-E74B-3B84EC5BD0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1161DE-198E-4D14-12FE-710884E008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D1D4D-342A-0F02-5898-349745A22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FBB06-4604-B641-841A-BCDAAB3CF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8301B2-99D1-3F35-C3FB-FAD36B21A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560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44535-FA06-353D-7626-12D38BC7E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706AB-7ABB-4A30-22A7-C922177F76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E9AE6-5FBC-5DB6-A7DD-A6A6BFFC7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919D1-7887-C2CD-042E-6DBC9DBE1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B5EEC4-7720-D52E-2CF4-B855253C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9158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D173B0-2A3C-66AD-5CD0-47E1EFC0FD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5F89EA-557A-3437-E96E-68D4A007CB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5636C-EF28-D590-EE43-62A91F714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85C2-E57F-78B2-FA5D-80C867A0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64718-CA20-BBE2-CFDA-B88D1F5F9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480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14D048-18FD-00AC-814D-A6DB56072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B8777-3888-372A-5145-345CB76FA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4EABD-4DBA-ACED-6063-5F69874F78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8F9853-8B30-4C9D-8748-9ECF4E7C0E1E}" type="datetimeFigureOut">
              <a:rPr lang="en-IN" smtClean="0"/>
              <a:t>25-01-2026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4C2C6-B6D6-5862-0FF5-1CE56DC9E9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F5FDA-E992-CFB6-B602-082602F6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924BF7-F91D-4B95-AA85-4E8CDCDB5E0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9667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erson riding a scooter&#10;&#10;AI-generated content may be incorrect.">
            <a:extLst>
              <a:ext uri="{FF2B5EF4-FFF2-40B4-BE49-F238E27FC236}">
                <a16:creationId xmlns:a16="http://schemas.microsoft.com/office/drawing/2014/main" id="{ABAD94F2-70CA-8B77-4C4D-B05AAA655A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4838" y="0"/>
            <a:ext cx="12526838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8CC68C-2E3E-BC59-99B0-E51E2F1856AE}"/>
              </a:ext>
            </a:extLst>
          </p:cNvPr>
          <p:cNvSpPr/>
          <p:nvPr/>
        </p:nvSpPr>
        <p:spPr>
          <a:xfrm>
            <a:off x="7004490" y="3901398"/>
            <a:ext cx="5187510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tx1"/>
                </a:solidFill>
              </a:rPr>
              <a:t>Crisis Recovery Insights for an </a:t>
            </a:r>
          </a:p>
          <a:p>
            <a:pPr algn="ctr"/>
            <a:r>
              <a:rPr lang="en-US" sz="2800" b="1" cap="none" spc="0" dirty="0">
                <a:ln w="0"/>
                <a:solidFill>
                  <a:schemeClr val="tx1"/>
                </a:solidFill>
              </a:rPr>
              <a:t>Online Food Delivery Startup</a:t>
            </a:r>
          </a:p>
        </p:txBody>
      </p:sp>
    </p:spTree>
    <p:extLst>
      <p:ext uri="{BB962C8B-B14F-4D97-AF65-F5344CB8AC3E}">
        <p14:creationId xmlns:p14="http://schemas.microsoft.com/office/powerpoint/2010/main" val="2788980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C7CAC-AD07-614E-2EA5-492420D53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768" y="422120"/>
            <a:ext cx="2153266" cy="481781"/>
          </a:xfrm>
        </p:spPr>
        <p:txBody>
          <a:bodyPr>
            <a:normAutofit/>
          </a:bodyPr>
          <a:lstStyle/>
          <a:p>
            <a:r>
              <a:rPr lang="en-IN" sz="2000" b="1" dirty="0"/>
              <a:t> About</a:t>
            </a:r>
            <a:r>
              <a:rPr lang="en-IN" sz="2000" dirty="0"/>
              <a:t> </a:t>
            </a:r>
            <a:r>
              <a:rPr lang="en-IN" sz="2000" b="1" dirty="0" err="1"/>
              <a:t>QuickBite</a:t>
            </a:r>
            <a:endParaRPr lang="en-IN" sz="2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45122-6F02-FEFA-198C-08354B50E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768" y="962896"/>
            <a:ext cx="8470566" cy="7577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</a:rPr>
              <a:t>QuickBite</a:t>
            </a:r>
            <a:r>
              <a:rPr lang="en-US" sz="1800" dirty="0"/>
              <a:t> Express is a </a:t>
            </a:r>
            <a:r>
              <a:rPr lang="en-US" sz="1800" b="1" dirty="0"/>
              <a:t>Bengaluru-based food-tech startup</a:t>
            </a:r>
            <a:r>
              <a:rPr lang="en-US" sz="1800" dirty="0"/>
              <a:t>, founded in </a:t>
            </a:r>
            <a:r>
              <a:rPr lang="en-US" sz="1800" b="1" dirty="0"/>
              <a:t>2020</a:t>
            </a:r>
            <a:r>
              <a:rPr lang="en-US" sz="1800" dirty="0"/>
              <a:t>, connecting customers with </a:t>
            </a:r>
            <a:r>
              <a:rPr lang="en-US" sz="1800" b="1" dirty="0"/>
              <a:t>nearby restaurants and cloud kitchens</a:t>
            </a:r>
            <a:r>
              <a:rPr lang="en-US" sz="1800" dirty="0"/>
              <a:t>.</a:t>
            </a:r>
            <a:endParaRPr lang="en-IN" sz="1800" dirty="0">
              <a:latin typeface="+mj-lt"/>
            </a:endParaRPr>
          </a:p>
        </p:txBody>
      </p:sp>
      <p:pic>
        <p:nvPicPr>
          <p:cNvPr id="5" name="Picture 4" descr="A logo with a fork and a leaf&#10;&#10;AI-generated content may be incorrect.">
            <a:extLst>
              <a:ext uri="{FF2B5EF4-FFF2-40B4-BE49-F238E27FC236}">
                <a16:creationId xmlns:a16="http://schemas.microsoft.com/office/drawing/2014/main" id="{FDF6D34E-2555-B451-31E5-D45CE0BFB4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334" y="383458"/>
            <a:ext cx="1257232" cy="1219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9D407F3-5959-E782-6390-F9C034D4D949}"/>
              </a:ext>
            </a:extLst>
          </p:cNvPr>
          <p:cNvSpPr txBox="1"/>
          <p:nvPr/>
        </p:nvSpPr>
        <p:spPr>
          <a:xfrm>
            <a:off x="409268" y="3106030"/>
            <a:ext cx="539145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 June 2025,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</a:rPr>
              <a:t>QuickBite</a:t>
            </a:r>
            <a:r>
              <a:rPr lang="en-US" dirty="0"/>
              <a:t> faced a major crisis. A viral social media incident involving food safety violations at partner restaurants, combined with a week-long delivery outage during the monsoon season, triggered massive customer backlash. Competitors capitalized with aggressive campaigns, worsening the situation. </a:t>
            </a:r>
            <a:endParaRPr lang="en-I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3215BB-A8EC-16EE-EBED-860D052F4444}"/>
              </a:ext>
            </a:extLst>
          </p:cNvPr>
          <p:cNvSpPr/>
          <p:nvPr/>
        </p:nvSpPr>
        <p:spPr>
          <a:xfrm>
            <a:off x="218768" y="383459"/>
            <a:ext cx="9849464" cy="1337186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F7024BA-4B15-C90A-A03F-58187CD866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432" y="2457450"/>
            <a:ext cx="58293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856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D32935-5BD6-06AD-EA39-657CE86ABEA1}"/>
              </a:ext>
            </a:extLst>
          </p:cNvPr>
          <p:cNvSpPr txBox="1"/>
          <p:nvPr/>
        </p:nvSpPr>
        <p:spPr>
          <a:xfrm>
            <a:off x="276225" y="228600"/>
            <a:ext cx="29145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>
                <a:solidFill>
                  <a:srgbClr val="FF0000"/>
                </a:solidFill>
              </a:rPr>
              <a:t>Impact of the Crisis</a:t>
            </a:r>
          </a:p>
        </p:txBody>
      </p:sp>
    </p:spTree>
    <p:extLst>
      <p:ext uri="{BB962C8B-B14F-4D97-AF65-F5344CB8AC3E}">
        <p14:creationId xmlns:p14="http://schemas.microsoft.com/office/powerpoint/2010/main" val="355084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00350ED-26CF-0967-C591-69B51D3444ED}"/>
              </a:ext>
            </a:extLst>
          </p:cNvPr>
          <p:cNvGrpSpPr/>
          <p:nvPr/>
        </p:nvGrpSpPr>
        <p:grpSpPr>
          <a:xfrm>
            <a:off x="4100512" y="403722"/>
            <a:ext cx="3990975" cy="409575"/>
            <a:chOff x="3401784" y="368855"/>
            <a:chExt cx="3990975" cy="409575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A3A1F93-46A5-447A-DB62-7680B6C3C347}"/>
                </a:ext>
              </a:extLst>
            </p:cNvPr>
            <p:cNvSpPr/>
            <p:nvPr/>
          </p:nvSpPr>
          <p:spPr>
            <a:xfrm>
              <a:off x="3401784" y="368855"/>
              <a:ext cx="3990975" cy="40957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3AFDC2E-C1EE-84B6-3A72-48AC7D1F81BC}"/>
                </a:ext>
              </a:extLst>
            </p:cNvPr>
            <p:cNvSpPr txBox="1"/>
            <p:nvPr/>
          </p:nvSpPr>
          <p:spPr>
            <a:xfrm>
              <a:off x="3848098" y="383143"/>
              <a:ext cx="30983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N" b="1" dirty="0">
                  <a:solidFill>
                    <a:schemeClr val="bg1"/>
                  </a:solidFill>
                </a:rPr>
                <a:t>Food Delivery Space - INDIA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35CEF5-C045-3BDC-4E20-7B660C063CF3}"/>
              </a:ext>
            </a:extLst>
          </p:cNvPr>
          <p:cNvGrpSpPr/>
          <p:nvPr/>
        </p:nvGrpSpPr>
        <p:grpSpPr>
          <a:xfrm>
            <a:off x="337116" y="944095"/>
            <a:ext cx="11517766" cy="3477754"/>
            <a:chOff x="378960" y="1277470"/>
            <a:chExt cx="11517766" cy="347775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62A56F6-C33A-0801-33B2-E03670BBCB05}"/>
                </a:ext>
              </a:extLst>
            </p:cNvPr>
            <p:cNvSpPr/>
            <p:nvPr/>
          </p:nvSpPr>
          <p:spPr>
            <a:xfrm>
              <a:off x="378960" y="1277470"/>
              <a:ext cx="11517766" cy="3477754"/>
            </a:xfrm>
            <a:prstGeom prst="rect">
              <a:avLst/>
            </a:prstGeom>
            <a:solidFill>
              <a:srgbClr val="FEFBFE"/>
            </a:solidFill>
            <a:ln>
              <a:solidFill>
                <a:schemeClr val="tx1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98A6B5-7242-02EC-2451-EF5E8899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5774" y="1662892"/>
              <a:ext cx="11327265" cy="2909108"/>
            </a:xfrm>
            <a:prstGeom prst="rect">
              <a:avLst/>
            </a:prstGeom>
          </p:spPr>
        </p:pic>
        <p:sp>
          <p:nvSpPr>
            <p:cNvPr id="9" name="Rectangle: Rounded Corners 7">
              <a:extLst>
                <a:ext uri="{FF2B5EF4-FFF2-40B4-BE49-F238E27FC236}">
                  <a16:creationId xmlns:a16="http://schemas.microsoft.com/office/drawing/2014/main" id="{41F44D97-6051-FC92-6651-82BA4545A2D0}"/>
                </a:ext>
              </a:extLst>
            </p:cNvPr>
            <p:cNvSpPr/>
            <p:nvPr/>
          </p:nvSpPr>
          <p:spPr>
            <a:xfrm flipV="1">
              <a:off x="8677275" y="1662892"/>
              <a:ext cx="3028951" cy="454951"/>
            </a:xfrm>
            <a:custGeom>
              <a:avLst/>
              <a:gdLst>
                <a:gd name="csX0" fmla="*/ 0 w 11489191"/>
                <a:gd name="csY0" fmla="*/ 578888 h 3473256"/>
                <a:gd name="csX1" fmla="*/ 578888 w 11489191"/>
                <a:gd name="csY1" fmla="*/ 0 h 3473256"/>
                <a:gd name="csX2" fmla="*/ 10910303 w 11489191"/>
                <a:gd name="csY2" fmla="*/ 0 h 3473256"/>
                <a:gd name="csX3" fmla="*/ 11489191 w 11489191"/>
                <a:gd name="csY3" fmla="*/ 578888 h 3473256"/>
                <a:gd name="csX4" fmla="*/ 11489191 w 11489191"/>
                <a:gd name="csY4" fmla="*/ 2894368 h 3473256"/>
                <a:gd name="csX5" fmla="*/ 10910303 w 11489191"/>
                <a:gd name="csY5" fmla="*/ 3473256 h 3473256"/>
                <a:gd name="csX6" fmla="*/ 578888 w 11489191"/>
                <a:gd name="csY6" fmla="*/ 3473256 h 3473256"/>
                <a:gd name="csX7" fmla="*/ 0 w 11489191"/>
                <a:gd name="csY7" fmla="*/ 2894368 h 3473256"/>
                <a:gd name="csX8" fmla="*/ 0 w 11489191"/>
                <a:gd name="csY8" fmla="*/ 578888 h 3473256"/>
                <a:gd name="csX0" fmla="*/ 9525 w 11489191"/>
                <a:gd name="csY0" fmla="*/ 276337 h 3475505"/>
                <a:gd name="csX1" fmla="*/ 578888 w 11489191"/>
                <a:gd name="csY1" fmla="*/ 2249 h 3475505"/>
                <a:gd name="csX2" fmla="*/ 10910303 w 11489191"/>
                <a:gd name="csY2" fmla="*/ 2249 h 3475505"/>
                <a:gd name="csX3" fmla="*/ 11489191 w 11489191"/>
                <a:gd name="csY3" fmla="*/ 581137 h 3475505"/>
                <a:gd name="csX4" fmla="*/ 11489191 w 11489191"/>
                <a:gd name="csY4" fmla="*/ 2896617 h 3475505"/>
                <a:gd name="csX5" fmla="*/ 10910303 w 11489191"/>
                <a:gd name="csY5" fmla="*/ 3475505 h 3475505"/>
                <a:gd name="csX6" fmla="*/ 578888 w 11489191"/>
                <a:gd name="csY6" fmla="*/ 3475505 h 3475505"/>
                <a:gd name="csX7" fmla="*/ 0 w 11489191"/>
                <a:gd name="csY7" fmla="*/ 2896617 h 3475505"/>
                <a:gd name="csX8" fmla="*/ 9525 w 11489191"/>
                <a:gd name="csY8" fmla="*/ 276337 h 3475505"/>
                <a:gd name="csX0" fmla="*/ 9525 w 11489191"/>
                <a:gd name="csY0" fmla="*/ 276337 h 3475505"/>
                <a:gd name="csX1" fmla="*/ 578888 w 11489191"/>
                <a:gd name="csY1" fmla="*/ 2249 h 3475505"/>
                <a:gd name="csX2" fmla="*/ 10910303 w 11489191"/>
                <a:gd name="csY2" fmla="*/ 2249 h 3475505"/>
                <a:gd name="csX3" fmla="*/ 11489191 w 11489191"/>
                <a:gd name="csY3" fmla="*/ 581137 h 3475505"/>
                <a:gd name="csX4" fmla="*/ 11489191 w 11489191"/>
                <a:gd name="csY4" fmla="*/ 2896617 h 3475505"/>
                <a:gd name="csX5" fmla="*/ 10910303 w 11489191"/>
                <a:gd name="csY5" fmla="*/ 3475505 h 3475505"/>
                <a:gd name="csX6" fmla="*/ 331238 w 11489191"/>
                <a:gd name="csY6" fmla="*/ 3475505 h 3475505"/>
                <a:gd name="csX7" fmla="*/ 0 w 11489191"/>
                <a:gd name="csY7" fmla="*/ 2896617 h 3475505"/>
                <a:gd name="csX8" fmla="*/ 9525 w 11489191"/>
                <a:gd name="csY8" fmla="*/ 276337 h 3475505"/>
                <a:gd name="csX0" fmla="*/ 9525 w 11508241"/>
                <a:gd name="csY0" fmla="*/ 276337 h 3475505"/>
                <a:gd name="csX1" fmla="*/ 578888 w 11508241"/>
                <a:gd name="csY1" fmla="*/ 2249 h 3475505"/>
                <a:gd name="csX2" fmla="*/ 10910303 w 11508241"/>
                <a:gd name="csY2" fmla="*/ 2249 h 3475505"/>
                <a:gd name="csX3" fmla="*/ 11508241 w 11508241"/>
                <a:gd name="csY3" fmla="*/ 362062 h 3475505"/>
                <a:gd name="csX4" fmla="*/ 11489191 w 11508241"/>
                <a:gd name="csY4" fmla="*/ 2896617 h 3475505"/>
                <a:gd name="csX5" fmla="*/ 10910303 w 11508241"/>
                <a:gd name="csY5" fmla="*/ 3475505 h 3475505"/>
                <a:gd name="csX6" fmla="*/ 331238 w 11508241"/>
                <a:gd name="csY6" fmla="*/ 3475505 h 3475505"/>
                <a:gd name="csX7" fmla="*/ 0 w 11508241"/>
                <a:gd name="csY7" fmla="*/ 2896617 h 3475505"/>
                <a:gd name="csX8" fmla="*/ 9525 w 11508241"/>
                <a:gd name="csY8" fmla="*/ 276337 h 3475505"/>
                <a:gd name="csX0" fmla="*/ 9525 w 11517766"/>
                <a:gd name="csY0" fmla="*/ 276337 h 3477754"/>
                <a:gd name="csX1" fmla="*/ 578888 w 11517766"/>
                <a:gd name="csY1" fmla="*/ 2249 h 3477754"/>
                <a:gd name="csX2" fmla="*/ 10910303 w 11517766"/>
                <a:gd name="csY2" fmla="*/ 2249 h 3477754"/>
                <a:gd name="csX3" fmla="*/ 11508241 w 11517766"/>
                <a:gd name="csY3" fmla="*/ 362062 h 3477754"/>
                <a:gd name="csX4" fmla="*/ 11517766 w 11517766"/>
                <a:gd name="csY4" fmla="*/ 3201417 h 3477754"/>
                <a:gd name="csX5" fmla="*/ 10910303 w 11517766"/>
                <a:gd name="csY5" fmla="*/ 3475505 h 3477754"/>
                <a:gd name="csX6" fmla="*/ 331238 w 11517766"/>
                <a:gd name="csY6" fmla="*/ 3475505 h 3477754"/>
                <a:gd name="csX7" fmla="*/ 0 w 11517766"/>
                <a:gd name="csY7" fmla="*/ 2896617 h 3477754"/>
                <a:gd name="csX8" fmla="*/ 9525 w 11517766"/>
                <a:gd name="csY8" fmla="*/ 276337 h 3477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517766" h="3477754">
                  <a:moveTo>
                    <a:pt x="9525" y="276337"/>
                  </a:moveTo>
                  <a:cubicBezTo>
                    <a:pt x="9525" y="-43374"/>
                    <a:pt x="259177" y="2249"/>
                    <a:pt x="578888" y="2249"/>
                  </a:cubicBezTo>
                  <a:lnTo>
                    <a:pt x="10910303" y="2249"/>
                  </a:lnTo>
                  <a:cubicBezTo>
                    <a:pt x="11230014" y="2249"/>
                    <a:pt x="11508241" y="42351"/>
                    <a:pt x="11508241" y="362062"/>
                  </a:cubicBezTo>
                  <a:lnTo>
                    <a:pt x="11517766" y="3201417"/>
                  </a:lnTo>
                  <a:cubicBezTo>
                    <a:pt x="11517766" y="3521128"/>
                    <a:pt x="11230014" y="3475505"/>
                    <a:pt x="10910303" y="3475505"/>
                  </a:cubicBezTo>
                  <a:lnTo>
                    <a:pt x="331238" y="3475505"/>
                  </a:lnTo>
                  <a:cubicBezTo>
                    <a:pt x="11527" y="3475505"/>
                    <a:pt x="0" y="3216328"/>
                    <a:pt x="0" y="2896617"/>
                  </a:cubicBezTo>
                  <a:cubicBezTo>
                    <a:pt x="0" y="2124790"/>
                    <a:pt x="9525" y="1048164"/>
                    <a:pt x="9525" y="276337"/>
                  </a:cubicBezTo>
                  <a:close/>
                </a:path>
              </a:pathLst>
            </a:custGeom>
            <a:solidFill>
              <a:srgbClr val="FEFBFE"/>
            </a:solidFill>
            <a:ln>
              <a:solidFill>
                <a:srgbClr val="FEFCFD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55AC71D-FF69-B64E-58CD-65EEF563145B}"/>
              </a:ext>
            </a:extLst>
          </p:cNvPr>
          <p:cNvSpPr/>
          <p:nvPr/>
        </p:nvSpPr>
        <p:spPr>
          <a:xfrm>
            <a:off x="443930" y="4807271"/>
            <a:ext cx="1619250" cy="1212529"/>
          </a:xfrm>
          <a:prstGeom prst="roundRect">
            <a:avLst/>
          </a:prstGeom>
          <a:solidFill>
            <a:srgbClr val="FEFCF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16E061-0860-9160-6F18-E55D45FB54A1}"/>
              </a:ext>
            </a:extLst>
          </p:cNvPr>
          <p:cNvSpPr txBox="1"/>
          <p:nvPr/>
        </p:nvSpPr>
        <p:spPr>
          <a:xfrm>
            <a:off x="708822" y="4905375"/>
            <a:ext cx="10894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="1" dirty="0"/>
              <a:t>Customers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7A3EF3C-EC5A-BAA4-C523-3418905C9189}"/>
              </a:ext>
            </a:extLst>
          </p:cNvPr>
          <p:cNvSpPr/>
          <p:nvPr/>
        </p:nvSpPr>
        <p:spPr>
          <a:xfrm>
            <a:off x="2328072" y="4807271"/>
            <a:ext cx="1619250" cy="1212529"/>
          </a:xfrm>
          <a:prstGeom prst="roundRect">
            <a:avLst/>
          </a:prstGeom>
          <a:solidFill>
            <a:srgbClr val="FEFCF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B1DF8F-CD6F-965A-205F-30C0147B616E}"/>
              </a:ext>
            </a:extLst>
          </p:cNvPr>
          <p:cNvSpPr txBox="1"/>
          <p:nvPr/>
        </p:nvSpPr>
        <p:spPr>
          <a:xfrm>
            <a:off x="2545339" y="4905375"/>
            <a:ext cx="11776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="1" dirty="0"/>
              <a:t>Restaurants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E12FAF0-EE8D-A983-DF61-729A838E48A1}"/>
              </a:ext>
            </a:extLst>
          </p:cNvPr>
          <p:cNvSpPr/>
          <p:nvPr/>
        </p:nvSpPr>
        <p:spPr>
          <a:xfrm>
            <a:off x="4212214" y="4807271"/>
            <a:ext cx="1714408" cy="1212529"/>
          </a:xfrm>
          <a:prstGeom prst="roundRect">
            <a:avLst/>
          </a:prstGeom>
          <a:solidFill>
            <a:srgbClr val="FEFCF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7C075E-0537-53FD-79A0-69DAC461123C}"/>
              </a:ext>
            </a:extLst>
          </p:cNvPr>
          <p:cNvSpPr txBox="1"/>
          <p:nvPr/>
        </p:nvSpPr>
        <p:spPr>
          <a:xfrm>
            <a:off x="4292272" y="4905375"/>
            <a:ext cx="15840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="1" dirty="0"/>
              <a:t>Delivery Partners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B1DA729-441C-9ECC-DC69-C91C6740DABF}"/>
              </a:ext>
            </a:extLst>
          </p:cNvPr>
          <p:cNvSpPr/>
          <p:nvPr/>
        </p:nvSpPr>
        <p:spPr>
          <a:xfrm>
            <a:off x="845851" y="5325542"/>
            <a:ext cx="815405" cy="405882"/>
          </a:xfrm>
          <a:prstGeom prst="roundRect">
            <a:avLst/>
          </a:prstGeom>
          <a:solidFill>
            <a:srgbClr val="EC5A01"/>
          </a:solidFill>
          <a:ln>
            <a:solidFill>
              <a:srgbClr val="EC5A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569368-71F9-FCA7-E84F-F7B420C190F0}"/>
              </a:ext>
            </a:extLst>
          </p:cNvPr>
          <p:cNvSpPr txBox="1"/>
          <p:nvPr/>
        </p:nvSpPr>
        <p:spPr>
          <a:xfrm>
            <a:off x="960844" y="5374594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="1" dirty="0"/>
              <a:t>107K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E1237CB-BA3E-1FE4-2C75-7FB866A91F38}"/>
              </a:ext>
            </a:extLst>
          </p:cNvPr>
          <p:cNvSpPr/>
          <p:nvPr/>
        </p:nvSpPr>
        <p:spPr>
          <a:xfrm>
            <a:off x="2726451" y="5325542"/>
            <a:ext cx="815405" cy="405882"/>
          </a:xfrm>
          <a:prstGeom prst="roundRect">
            <a:avLst/>
          </a:prstGeom>
          <a:solidFill>
            <a:srgbClr val="EC5A01"/>
          </a:solidFill>
          <a:ln>
            <a:solidFill>
              <a:srgbClr val="EC5A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D80816-A527-FA6A-D6CE-29EF115CC44E}"/>
              </a:ext>
            </a:extLst>
          </p:cNvPr>
          <p:cNvSpPr txBox="1"/>
          <p:nvPr/>
        </p:nvSpPr>
        <p:spPr>
          <a:xfrm>
            <a:off x="2889535" y="5374593"/>
            <a:ext cx="489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="1" dirty="0"/>
              <a:t>18K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A4FA32-5219-5B8C-437B-FF29B91F99DE}"/>
              </a:ext>
            </a:extLst>
          </p:cNvPr>
          <p:cNvSpPr/>
          <p:nvPr/>
        </p:nvSpPr>
        <p:spPr>
          <a:xfrm>
            <a:off x="4676613" y="5325542"/>
            <a:ext cx="815405" cy="405882"/>
          </a:xfrm>
          <a:prstGeom prst="roundRect">
            <a:avLst/>
          </a:prstGeom>
          <a:solidFill>
            <a:srgbClr val="EC5A01"/>
          </a:solidFill>
          <a:ln>
            <a:solidFill>
              <a:srgbClr val="EC5A0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EEDEF5-17B3-4CA3-D5DE-45961928D8B6}"/>
              </a:ext>
            </a:extLst>
          </p:cNvPr>
          <p:cNvSpPr txBox="1"/>
          <p:nvPr/>
        </p:nvSpPr>
        <p:spPr>
          <a:xfrm>
            <a:off x="4212214" y="6300389"/>
            <a:ext cx="4892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="1" dirty="0"/>
              <a:t>18K</a:t>
            </a:r>
          </a:p>
        </p:txBody>
      </p:sp>
    </p:spTree>
    <p:extLst>
      <p:ext uri="{BB962C8B-B14F-4D97-AF65-F5344CB8AC3E}">
        <p14:creationId xmlns:p14="http://schemas.microsoft.com/office/powerpoint/2010/main" val="270729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98</Words>
  <Application>Microsoft Office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 About QuickBite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shandeep raula</dc:creator>
  <cp:lastModifiedBy>shandeep raula</cp:lastModifiedBy>
  <cp:revision>8</cp:revision>
  <dcterms:created xsi:type="dcterms:W3CDTF">2025-11-19T14:41:13Z</dcterms:created>
  <dcterms:modified xsi:type="dcterms:W3CDTF">2026-01-25T15:53:14Z</dcterms:modified>
</cp:coreProperties>
</file>